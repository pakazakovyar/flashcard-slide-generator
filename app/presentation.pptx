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22" y="0"/>
            <a:ext cx="11926956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22" y="0"/>
            <a:ext cx="11926956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srgewg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FFFFFF"/>
                </a:solidFill>
              </a:defRPr>
            </a:pPr>
            <a:r>
              <a:t>srgewg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791" y="0"/>
            <a:ext cx="8218418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791" y="0"/>
            <a:ext cx="8218418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wgwegweg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FFFFFF"/>
                </a:solidFill>
              </a:defRPr>
            </a:pPr>
            <a:r>
              <a:t>wgwegweg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22" y="0"/>
            <a:ext cx="11926956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22" y="0"/>
            <a:ext cx="11926956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FFFFFF"/>
                </a:solidFill>
              </a:defRPr>
            </a:pPr>
            <a:r>
              <a:t>wefwef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221" y="0"/>
            <a:ext cx="6689557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221" y="0"/>
            <a:ext cx="6689557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wefwef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FFFFFF"/>
                </a:solidFill>
              </a:defRPr>
            </a:pPr>
            <a:r>
              <a:t>wefwef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22" y="0"/>
            <a:ext cx="11926956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22" y="0"/>
            <a:ext cx="11926956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" y="45758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" y="461391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000000"/>
                </a:solidFill>
              </a:defRPr>
            </a:pPr>
            <a:r>
              <a:t>erger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94860"/>
            <a:ext cx="1828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>
                <a:solidFill>
                  <a:srgbClr val="FFFFFF"/>
                </a:solidFill>
              </a:defRPr>
            </a:pPr>
            <a:r>
              <a:t>erger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