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3"/>
            <a:ext cx="18288000" cy="102761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3"/>
            <a:ext cx="18288000" cy="102761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Солнце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Солнце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Солнце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Солнце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Солнце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Солнце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Солнце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Солнце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FFFF"/>
                </a:solidFill>
              </a:defRPr>
            </a:pPr>
            <a:r>
              <a:t>Солнце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Дождь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Дождь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Дождь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Дождь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Дождь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Дождь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Дождь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Дождь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FFFF"/>
                </a:solidFill>
              </a:defRPr>
            </a:pPr>
            <a:r>
              <a:t>Дождь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88" y="0"/>
            <a:ext cx="819102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88" y="0"/>
            <a:ext cx="8191023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asfasf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asfasf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asfasf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asfasf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asfasf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asfasf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asfasf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asfasf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FFFF"/>
                </a:solidFill>
              </a:defRPr>
            </a:pPr>
            <a:r>
              <a:t>asfasf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