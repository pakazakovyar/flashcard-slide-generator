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2971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Солнце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2971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Дождь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